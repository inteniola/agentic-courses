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and congratulations — you made it to Day 5. Take a second to appreciate how far you've come. On Monday, many of you had never written a prompt with intention. Today you have a Second Brain that captures your notes, organises your knowledge, and answers questions in your own voice. Today we do the fun part: we stop treating AI as one assistant you chat with, and we start treating it as a team you delegate to. Don't worry — nothing today requires you to become a programmer. If you can describe a job to a new intern, you can build a multi-agent team.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a problem many of you already felt this week. You wrote one big prompt: 'Read my notes, summarise them, write a LinkedIn post, check the facts, and schedule it.' And the output was... okay. Mediocre. Here's why. When you stuff one agent with six jobs, it splits its attention and quality drops on every single task. Think about a small business. You wouldn't hire one person to be your accountant, your designer, your salesperson, and your lawyer. You'd hire specialists. AI works the same way. A focused agent with one clear job consistently beats a confused agent with ten. So the skill we're learning today isn't harder prompting — it's better delegation.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simplest team structure that works for almost any knowledge task. Four roles. The Researcher gathers — it searches your notes, your documents, the web, and brings back raw material without trying to be clever. The Analyst makes sense of it — what's the pattern, what matters, what's the angle. The Creator writes the actual thing your audience sees. And the Critic — this is the role everyone skips and everyone regrets skipping — reviews the work against a standard before it goes out. Notice that the Manager is you, at least at first. You set the goal, you kick off the chain. Later you can automate that too, but start manual so you can see what's happening.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they communicate? It's simpler than it sounds. The output of Agent 1 is literally pasted in as the input of Agent 2. That's it. That's the whole magic. We call it a handoff. There are two shapes you'll use most. Sequential is an assembly line — research, then analyse, then write, then review — and this is where I want every one of you to start today, because you can see exactly where things break. Parallel is when three agents work at the same time on different angles and a fourth merges them; it's faster but harder to debug. The golden rule for all of it: each agent must know exactly what job it has, exactly what it's receiving, and exactly what format to hand off. Vague handoffs are where multi-agent systems fall apart.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this together right now — open your workspace. We're creating a Content Engine, because almost everyone in this room needs to show up online consistently and almost nobody has the time. Watch what happens. The Researcher agent goes into the Second Brain you built on Day 3 and pulls everything you captured this week. The Analyst reads it and says, 'These three ideas are worth publishing, here's why.' The Creator drafts them in your voice — the voice profile we built yesterday. Then the Critic grades the drafts honestly and fixes the weak ones. Your only job is approval. Follow along with me, then swap the topic to your own industry — real estate, fashion, consulting, whatever you do. Same skeleton, different flesh.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responsible part, and please don't skim this. Multi-agent systems fail in quiet, expensive ways. Agents can invent statistics and pass them confidently down the chain, where the next agent treats them as fact. So: keep a human in the loop at the final gate — always. Give your Critic an actual written checklist, not a vibe; 'reject anything with a statistic that isn't sourced' is a real instruction. Cap your revision loops at two rounds, otherwise agents will politely argue with each other forever and burn your credits. And never, ever let an unsupervised agent send money, sign anything, or handle sensitive client data. Automation with guardrails is leverage. Automation without guardrails is a liability with your name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without a deadline becomes a nice memory, so here's your 30-day plan. Week one, run your team by hand daily. Yes, manually. You're not being slow, you're learning where your prompts are weak. Week two, put a trigger on it so it starts itself — a schedule, a form submission, a new note. Week three, build a second team for another bottleneck in your work. Week four, go public with what you built, because this skill is genuinely sellable right now in Nigeria and most people quoting for it have less training than you now have. Track one number all month: hours saved per week. That number is your portfolio, your pricing justification, and your motivation. And please — ship at seventy percent. The people who win with AI are not the smartest ones, they're the ones who put it into the world while everyone else is still polishing.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close. Five days ago most of you came in thinking this bootcamp was about learning to use ChatGPT better. It wasn't. You built infrastructure. There's a difference between someone who uses AI and someone who owns a system that uses AI on their behalf — and you crossed that line this week. Here's the beautiful part: your Second Brain compounds. Every note you capture from today onward makes tomorrow's output sharper. You didn't build a tool, you planted something. Three things before you go. One: post what you built today, tag AgenticLabs, let people see it. Two: stay active in the community — the builders who keep talking to other builders are the ones still building in six months. Three: when the next cohort comes through, come back and teach a session. Teaching is how you'll find out how much you actually know. Thank you for five brilliant days. Now go and 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ctrTitle"/>
          </p:nvPr>
        </p:nvSpPr>
        <p:spPr/>
        <p:txBody>
          <a:bodyPr/>
          <a:lstStyle/>
          <a:p>
            <a:pPr>
              <a:defRPr sz="4000" b="1">
                <a:solidFill>
                  <a:srgbClr val="00E5FF"/>
                </a:solidFill>
                <a:latin typeface="Arial"/>
              </a:defRPr>
            </a:pPr>
            <a:r>
              <a:t>Day 5: Multi-Agent Teams &amp; Launch</a:t>
            </a:r>
          </a:p>
        </p:txBody>
      </p:sp>
      <p:sp>
        <p:nvSpPr>
          <p:cNvPr id="3" name="Subtitle 2"/>
          <p:cNvSpPr>
            <a:spLocks noGrp="1"/>
          </p:cNvSpPr>
          <p:nvPr>
            <p:ph type="subTitle" idx="1"/>
          </p:nvPr>
        </p:nvSpPr>
        <p:spPr/>
        <p:txBody>
          <a:bodyPr/>
          <a:lstStyle/>
          <a:p>
            <a:pPr>
              <a:defRPr sz="2400">
                <a:solidFill>
                  <a:srgbClr val="FFFFFF"/>
                </a:solidFill>
              </a:defRPr>
            </a:pPr>
            <a:r>
              <a:t>AgenticLabs.ng AI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Day 5: From Solo Assistant to a Full Team</a:t>
            </a:r>
          </a:p>
        </p:txBody>
      </p:sp>
      <p:sp>
        <p:nvSpPr>
          <p:cNvPr id="3" name="Content Placeholder 2"/>
          <p:cNvSpPr>
            <a:spLocks noGrp="1"/>
          </p:cNvSpPr>
          <p:nvPr>
            <p:ph idx="1"/>
          </p:nvPr>
        </p:nvSpPr>
        <p:spPr/>
        <p:txBody>
          <a:bodyPr/>
          <a:lstStyle/>
          <a:p/>
          <a:p>
            <a:pPr>
              <a:defRPr sz="2400">
                <a:solidFill>
                  <a:srgbClr val="FFFFFF"/>
                </a:solidFill>
                <a:latin typeface="Arial"/>
              </a:defRPr>
            </a:pPr>
            <a:r>
              <a:t>Days 1-4: You built a Second Brain that captures, organises, and answers</a:t>
            </a:r>
          </a:p>
          <a:p>
            <a:pPr>
              <a:defRPr sz="2400">
                <a:solidFill>
                  <a:srgbClr val="FFFFFF"/>
                </a:solidFill>
                <a:latin typeface="Arial"/>
              </a:defRPr>
            </a:pPr>
            <a:r>
              <a:t>Today: You give that brain a team of hands</a:t>
            </a:r>
          </a:p>
          <a:p>
            <a:pPr>
              <a:defRPr sz="2400">
                <a:solidFill>
                  <a:srgbClr val="FFFFFF"/>
                </a:solidFill>
                <a:latin typeface="Arial"/>
              </a:defRPr>
            </a:pPr>
            <a:r>
              <a:t>One agent is helpful. A team of agents is a business</a:t>
            </a:r>
          </a:p>
          <a:p>
            <a:pPr>
              <a:defRPr sz="2400">
                <a:solidFill>
                  <a:srgbClr val="FFFFFF"/>
                </a:solidFill>
                <a:latin typeface="Arial"/>
              </a:defRPr>
            </a:pPr>
            <a:r>
              <a:t>By the end of today, your Second Brain works while you sleep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Why One Agent Is Never Enough</a:t>
            </a:r>
          </a:p>
        </p:txBody>
      </p:sp>
      <p:sp>
        <p:nvSpPr>
          <p:cNvPr id="3" name="Content Placeholder 2"/>
          <p:cNvSpPr>
            <a:spLocks noGrp="1"/>
          </p:cNvSpPr>
          <p:nvPr>
            <p:ph idx="1"/>
          </p:nvPr>
        </p:nvSpPr>
        <p:spPr/>
        <p:txBody>
          <a:bodyPr/>
          <a:lstStyle/>
          <a:p/>
          <a:p>
            <a:pPr>
              <a:defRPr sz="2400">
                <a:solidFill>
                  <a:srgbClr val="FFFFFF"/>
                </a:solidFill>
                <a:latin typeface="Arial"/>
              </a:defRPr>
            </a:pPr>
            <a:r>
              <a:t>A single agent doing 6 jobs does all 6 badly — it loses focus</a:t>
            </a:r>
          </a:p>
          <a:p>
            <a:pPr>
              <a:defRPr sz="2400">
                <a:solidFill>
                  <a:srgbClr val="FFFFFF"/>
                </a:solidFill>
                <a:latin typeface="Arial"/>
              </a:defRPr>
            </a:pPr>
            <a:r>
              <a:t>Long, crowded instructions confuse the model (context overload)</a:t>
            </a:r>
          </a:p>
          <a:p>
            <a:pPr>
              <a:defRPr sz="2400">
                <a:solidFill>
                  <a:srgbClr val="FFFFFF"/>
                </a:solidFill>
                <a:latin typeface="Arial"/>
              </a:defRPr>
            </a:pPr>
            <a:r>
              <a:t>Real work has stages: research, then draft, then review, then publish</a:t>
            </a:r>
          </a:p>
          <a:p>
            <a:pPr>
              <a:defRPr sz="2400">
                <a:solidFill>
                  <a:srgbClr val="FFFFFF"/>
                </a:solidFill>
                <a:latin typeface="Arial"/>
              </a:defRPr>
            </a:pPr>
            <a:r>
              <a:t>Specialists outperform generalists — for humans AND for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Meet Your Team: The 4 Core Roles</a:t>
            </a:r>
          </a:p>
        </p:txBody>
      </p:sp>
      <p:sp>
        <p:nvSpPr>
          <p:cNvPr id="3" name="Content Placeholder 2"/>
          <p:cNvSpPr>
            <a:spLocks noGrp="1"/>
          </p:cNvSpPr>
          <p:nvPr>
            <p:ph idx="1"/>
          </p:nvPr>
        </p:nvSpPr>
        <p:spPr/>
        <p:txBody>
          <a:bodyPr/>
          <a:lstStyle/>
          <a:p/>
          <a:p>
            <a:pPr>
              <a:defRPr sz="2400">
                <a:solidFill>
                  <a:srgbClr val="FFFFFF"/>
                </a:solidFill>
                <a:latin typeface="Arial"/>
              </a:defRPr>
            </a:pPr>
            <a:r>
              <a:t>The Researcher — digs through your Second Brain and the web for raw material</a:t>
            </a:r>
          </a:p>
          <a:p>
            <a:pPr>
              <a:defRPr sz="2400">
                <a:solidFill>
                  <a:srgbClr val="FFFFFF"/>
                </a:solidFill>
                <a:latin typeface="Arial"/>
              </a:defRPr>
            </a:pPr>
            <a:r>
              <a:t>The Analyst — finds patterns, compares options, and makes sense of the mess</a:t>
            </a:r>
          </a:p>
          <a:p>
            <a:pPr>
              <a:defRPr sz="2400">
                <a:solidFill>
                  <a:srgbClr val="FFFFFF"/>
                </a:solidFill>
                <a:latin typeface="Arial"/>
              </a:defRPr>
            </a:pPr>
            <a:r>
              <a:t>The Creator — turns insight into a post, email, proposal, or report</a:t>
            </a:r>
          </a:p>
          <a:p>
            <a:pPr>
              <a:defRPr sz="2400">
                <a:solidFill>
                  <a:srgbClr val="FFFFFF"/>
                </a:solidFill>
                <a:latin typeface="Arial"/>
              </a:defRPr>
            </a:pPr>
            <a:r>
              <a:t>The Critic — reviews for accuracy, tone, and quality before anything ships</a:t>
            </a:r>
          </a:p>
          <a:p>
            <a:pPr>
              <a:defRPr sz="2400">
                <a:solidFill>
                  <a:srgbClr val="FFFFFF"/>
                </a:solidFill>
                <a:latin typeface="Arial"/>
              </a:defRPr>
            </a:pPr>
            <a:r>
              <a:t>The Manager (you, for now) — sets the goal and passes work down the 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How Agents Actually Talk to Each Other</a:t>
            </a:r>
          </a:p>
        </p:txBody>
      </p:sp>
      <p:sp>
        <p:nvSpPr>
          <p:cNvPr id="3" name="Content Placeholder 2"/>
          <p:cNvSpPr>
            <a:spLocks noGrp="1"/>
          </p:cNvSpPr>
          <p:nvPr>
            <p:ph idx="1"/>
          </p:nvPr>
        </p:nvSpPr>
        <p:spPr/>
        <p:txBody>
          <a:bodyPr/>
          <a:lstStyle/>
          <a:p/>
          <a:p>
            <a:pPr>
              <a:defRPr sz="2400">
                <a:solidFill>
                  <a:srgbClr val="FFFFFF"/>
                </a:solidFill>
                <a:latin typeface="Arial"/>
              </a:defRPr>
            </a:pPr>
            <a:r>
              <a:t>The handoff: one agent's output becomes the next agent's input</a:t>
            </a:r>
          </a:p>
          <a:p>
            <a:pPr>
              <a:defRPr sz="2400">
                <a:solidFill>
                  <a:srgbClr val="FFFFFF"/>
                </a:solidFill>
                <a:latin typeface="Arial"/>
              </a:defRPr>
            </a:pPr>
            <a:r>
              <a:t>Sequential chains — Research ➜ Analyse ➜ Write ➜ Review (best for beginners)</a:t>
            </a:r>
          </a:p>
          <a:p>
            <a:pPr>
              <a:defRPr sz="2400">
                <a:solidFill>
                  <a:srgbClr val="FFFFFF"/>
                </a:solidFill>
                <a:latin typeface="Arial"/>
              </a:defRPr>
            </a:pPr>
            <a:r>
              <a:t>Parallel teams — three agents work at once, one merges the results</a:t>
            </a:r>
          </a:p>
          <a:p>
            <a:pPr>
              <a:defRPr sz="2400">
                <a:solidFill>
                  <a:srgbClr val="FFFFFF"/>
                </a:solidFill>
                <a:latin typeface="Arial"/>
              </a:defRPr>
            </a:pPr>
            <a:r>
              <a:t>The golden rule: every agent needs a clear job, clear inputs, clear output format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Live Build: Your Content Engine</a:t>
            </a:r>
          </a:p>
        </p:txBody>
      </p:sp>
      <p:sp>
        <p:nvSpPr>
          <p:cNvPr id="3" name="Content Placeholder 2"/>
          <p:cNvSpPr>
            <a:spLocks noGrp="1"/>
          </p:cNvSpPr>
          <p:nvPr>
            <p:ph idx="1"/>
          </p:nvPr>
        </p:nvSpPr>
        <p:spPr/>
        <p:txBody>
          <a:bodyPr/>
          <a:lstStyle/>
          <a:p/>
          <a:p>
            <a:pPr>
              <a:defRPr sz="2400">
                <a:solidFill>
                  <a:srgbClr val="FFFFFF"/>
                </a:solidFill>
                <a:latin typeface="Arial"/>
              </a:defRPr>
            </a:pPr>
            <a:r>
              <a:t>Step 1: Researcher pulls the last 7 days of notes from your Second Brain</a:t>
            </a:r>
          </a:p>
          <a:p>
            <a:pPr>
              <a:defRPr sz="2400">
                <a:solidFill>
                  <a:srgbClr val="FFFFFF"/>
                </a:solidFill>
                <a:latin typeface="Arial"/>
              </a:defRPr>
            </a:pPr>
            <a:r>
              <a:t>Step 2: Analyst picks the 3 strongest ideas and explains why they matter</a:t>
            </a:r>
          </a:p>
          <a:p>
            <a:pPr>
              <a:defRPr sz="2400">
                <a:solidFill>
                  <a:srgbClr val="FFFFFF"/>
                </a:solidFill>
                <a:latin typeface="Arial"/>
              </a:defRPr>
            </a:pPr>
            <a:r>
              <a:t>Step 3: Creator drafts one LinkedIn post and one newsletter section per idea</a:t>
            </a:r>
          </a:p>
          <a:p>
            <a:pPr>
              <a:defRPr sz="2400">
                <a:solidFill>
                  <a:srgbClr val="FFFFFF"/>
                </a:solidFill>
                <a:latin typeface="Arial"/>
              </a:defRPr>
            </a:pPr>
            <a:r>
              <a:t>Step 4: Critic scores each draft 1-10 and rewrites anything below 8</a:t>
            </a:r>
          </a:p>
          <a:p>
            <a:pPr>
              <a:defRPr sz="2400">
                <a:solidFill>
                  <a:srgbClr val="FFFFFF"/>
                </a:solidFill>
                <a:latin typeface="Arial"/>
              </a:defRPr>
            </a:pPr>
            <a:r>
              <a:t>Step 5: You approve and publish — 15 minutes, not 3 hours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Guardrails: Keeping Your Team Honest</a:t>
            </a:r>
          </a:p>
        </p:txBody>
      </p:sp>
      <p:sp>
        <p:nvSpPr>
          <p:cNvPr id="3" name="Content Placeholder 2"/>
          <p:cNvSpPr>
            <a:spLocks noGrp="1"/>
          </p:cNvSpPr>
          <p:nvPr>
            <p:ph idx="1"/>
          </p:nvPr>
        </p:nvSpPr>
        <p:spPr/>
        <p:txBody>
          <a:bodyPr/>
          <a:lstStyle/>
          <a:p/>
          <a:p>
            <a:pPr>
              <a:defRPr sz="2400">
                <a:solidFill>
                  <a:srgbClr val="FFFFFF"/>
                </a:solidFill>
                <a:latin typeface="Arial"/>
              </a:defRPr>
            </a:pPr>
            <a:r>
              <a:t>Always keep a human in the loop before anything is published or sent</a:t>
            </a:r>
          </a:p>
          <a:p>
            <a:pPr>
              <a:defRPr sz="2400">
                <a:solidFill>
                  <a:srgbClr val="FFFFFF"/>
                </a:solidFill>
                <a:latin typeface="Arial"/>
              </a:defRPr>
            </a:pPr>
            <a:r>
              <a:t>Give the Critic a written standard — 'reject anything with unverified stats'</a:t>
            </a:r>
          </a:p>
          <a:p>
            <a:pPr>
              <a:defRPr sz="2400">
                <a:solidFill>
                  <a:srgbClr val="FFFFFF"/>
                </a:solidFill>
                <a:latin typeface="Arial"/>
              </a:defRPr>
            </a:pPr>
            <a:r>
              <a:t>Cap the loops: two revision rounds maximum, then escalate to you</a:t>
            </a:r>
          </a:p>
          <a:p>
            <a:pPr>
              <a:defRPr sz="2400">
                <a:solidFill>
                  <a:srgbClr val="FFFFFF"/>
                </a:solidFill>
                <a:latin typeface="Arial"/>
              </a:defRPr>
            </a:pPr>
            <a:r>
              <a:t>Never let an agent touch money, contracts, or client data unsupervised</a:t>
            </a:r>
          </a:p>
          <a:p>
            <a:pPr>
              <a:defRPr sz="2400">
                <a:solidFill>
                  <a:srgbClr val="FFFFFF"/>
                </a:solidFill>
                <a:latin typeface="Arial"/>
              </a:defRPr>
            </a:pPr>
            <a:r>
              <a:t>Log the outputs — if quality drops, you need to know which agent slipped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Your 30-Day Launch Plan</a:t>
            </a:r>
          </a:p>
        </p:txBody>
      </p:sp>
      <p:sp>
        <p:nvSpPr>
          <p:cNvPr id="3" name="Content Placeholder 2"/>
          <p:cNvSpPr>
            <a:spLocks noGrp="1"/>
          </p:cNvSpPr>
          <p:nvPr>
            <p:ph idx="1"/>
          </p:nvPr>
        </p:nvSpPr>
        <p:spPr/>
        <p:txBody>
          <a:bodyPr/>
          <a:lstStyle/>
          <a:p/>
          <a:p>
            <a:pPr>
              <a:defRPr sz="2400">
                <a:solidFill>
                  <a:srgbClr val="FFFFFF"/>
                </a:solidFill>
                <a:latin typeface="Arial"/>
              </a:defRPr>
            </a:pPr>
            <a:r>
              <a:t>Week 1: Run your team manually every day — watch where it breaks and fix it</a:t>
            </a:r>
          </a:p>
          <a:p>
            <a:pPr>
              <a:defRPr sz="2400">
                <a:solidFill>
                  <a:srgbClr val="FFFFFF"/>
                </a:solidFill>
                <a:latin typeface="Arial"/>
              </a:defRPr>
            </a:pPr>
            <a:r>
              <a:t>Week 2: Automate the trigger (a schedule, a form, or a new note)</a:t>
            </a:r>
          </a:p>
          <a:p>
            <a:pPr>
              <a:defRPr sz="2400">
                <a:solidFill>
                  <a:srgbClr val="FFFFFF"/>
                </a:solidFill>
                <a:latin typeface="Arial"/>
              </a:defRPr>
            </a:pPr>
            <a:r>
              <a:t>Week 3: Add one more team — Inbox Triage, Client Research, or Proposal Writer</a:t>
            </a:r>
          </a:p>
          <a:p>
            <a:pPr>
              <a:defRPr sz="2400">
                <a:solidFill>
                  <a:srgbClr val="FFFFFF"/>
                </a:solidFill>
                <a:latin typeface="Arial"/>
              </a:defRPr>
            </a:pPr>
            <a:r>
              <a:t>Week 4: Show your work publicly and price it as a service</a:t>
            </a:r>
          </a:p>
          <a:p>
            <a:pPr>
              <a:defRPr sz="2400">
                <a:solidFill>
                  <a:srgbClr val="FFFFFF"/>
                </a:solidFill>
                <a:latin typeface="Arial"/>
              </a:defRPr>
            </a:pPr>
            <a:r>
              <a:t>Track one number: hours saved per week. That's your proof</a:t>
            </a:r>
          </a:p>
          <a:p>
            <a:pPr>
              <a:defRPr sz="2400">
                <a:solidFill>
                  <a:srgbClr val="FFFFFF"/>
                </a:solidFill>
                <a:latin typeface="Arial"/>
              </a:defRPr>
            </a:pPr>
            <a:r>
              <a:t>Ship at 70% ready — a live imperfect system beats a perfect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You Didn't Just Learn AI. You Built Infrastructure.</a:t>
            </a:r>
          </a:p>
        </p:txBody>
      </p:sp>
      <p:sp>
        <p:nvSpPr>
          <p:cNvPr id="3" name="Content Placeholder 2"/>
          <p:cNvSpPr>
            <a:spLocks noGrp="1"/>
          </p:cNvSpPr>
          <p:nvPr>
            <p:ph idx="1"/>
          </p:nvPr>
        </p:nvSpPr>
        <p:spPr/>
        <p:txBody>
          <a:bodyPr/>
          <a:lstStyle/>
          <a:p/>
          <a:p>
            <a:pPr>
              <a:defRPr sz="2400">
                <a:solidFill>
                  <a:srgbClr val="FFFFFF"/>
                </a:solidFill>
                <a:latin typeface="Arial"/>
              </a:defRPr>
            </a:pPr>
            <a:r>
              <a:t>Day 1: You learned to think in prompts. Day 2: You captured everything</a:t>
            </a:r>
          </a:p>
          <a:p>
            <a:pPr>
              <a:defRPr sz="2400">
                <a:solidFill>
                  <a:srgbClr val="FFFFFF"/>
                </a:solidFill>
                <a:latin typeface="Arial"/>
              </a:defRPr>
            </a:pPr>
            <a:r>
              <a:t>Day 3: You built a brain that remembers. Day 4: You gave it your voice</a:t>
            </a:r>
          </a:p>
          <a:p>
            <a:pPr>
              <a:defRPr sz="2400">
                <a:solidFill>
                  <a:srgbClr val="FFFFFF"/>
                </a:solidFill>
                <a:latin typeface="Arial"/>
              </a:defRPr>
            </a:pPr>
            <a:r>
              <a:t>Day 5: You gave it a team that works without you</a:t>
            </a:r>
          </a:p>
          <a:p>
            <a:pPr>
              <a:defRPr sz="2400">
                <a:solidFill>
                  <a:srgbClr val="FFFFFF"/>
                </a:solidFill>
                <a:latin typeface="Arial"/>
              </a:defRPr>
            </a:pPr>
            <a:r>
              <a:t>You now have a system that compounds — every note makes it smarter</a:t>
            </a:r>
          </a:p>
          <a:p>
            <a:pPr>
              <a:defRPr sz="2400">
                <a:solidFill>
                  <a:srgbClr val="FFFFFF"/>
                </a:solidFill>
                <a:latin typeface="Arial"/>
              </a:defRPr>
            </a:pPr>
            <a:r>
              <a:t>Stay in the community, share your builds, and come back to teach the next cohort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