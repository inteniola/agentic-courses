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everyone! Big congratulations — yesterday you built something most people only talk about: an AI that remembers YOUR notes, YOUR documents, YOUR world. But let me ask you something. What happens when you ask it, 'What's the dollar rate today?' or 'Who won the match last night?' It goes quiet, or worse, it makes something up. That's because right now your Second Brain is like a brilliant professor locked in a room with no windows, no phone, no internet. Today we open the door. We're giving it hands — the ability to reach OUT into the world, grab information, and do things. Stay with me, because this is the day the magic gets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honest about the limits. Every AI model has what we call a 'knowledge cutoff' — a date after which it simply knows nothing. Ask it about an event from last week and it will either say 'I don't know' or, more dangerously, it will invent a very convincing answer. That's hallucination, and it's not lying — it's a prediction machine doing its best with no information. Yesterday we solved half the problem: we fed it your personal documents so it knows YOUR context. But there's a second half. Even with perfect memory, it still can't check today's exchange rate, send an email, or read a live spreadsheet. Memory is knowing. Tools are doing. Today is about doing.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a tool, in plain English? Imagine you hire a brilliant new intern on their first day. They're smart, but they don't know your business. You say: 'Here's the office phone — use it when a customer calls. Here's the calculator — use it for anything with numbers. Here's the company Google account — use it when you need to look something up.' You didn't teach them HOW to be smart. You gave them capabilities and told them WHEN to use each one. That's exactly what a tool is for an AI. You describe the tool in plain language — 'Use this to search the internet for current information' — and the AI decides on its own when that tool is the right one for the job. That description you write? It matters more than you think. We'll come back to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heart of today. This is called the Think-Act-Observe loop, sometimes called ReAct — reasoning plus acting. Watch how it works. You ask: 'What's the fuel price today?' The AI THINKS: 'Hmm, that's current information, I don't have it, but I have a search tool.' It ACTS: it calls that search tool with a query it writes itself. It OBSERVES: it reads the results that come back. Then it decides — do I have enough to answer, or do I need to search again? Maybe the first result was about last year, so it loops and tries a better query. That looping is the difference between a chatbot and an agent. A chatbot answers. An agent works until the job is done. Sit with that for a second, because once you see it, you can't unsee it — this is how every AI agent you've ever heard about actually works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is the first tool we're plugging in, and it's the one that changes everything fastest. Here's what's beautiful about it: you don't have to write the search query. You ask in your normal voice — 'Is there any news that affects my business proposal?' — and the AI translates that into a proper search query, runs it, reads the results, and reports back. Now, here's the real power move, and this is what separates you from everyone else on LinkedIn playing with ChatGPT. Combine it with Day 1. Your Second Brain reads YOUR client proposal from your notes, then searches the web for that client's latest news, then tells you what to change in your pitch. Private context plus live world. Nobody else has that combination — because nobody else has your notes. One rule though: always ask it to give you the source links. Trust, but verify. Always.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is the doorway, but the house is much bigger. Let me show you the categories. First, READ tools — your agent can open a Google Sheet, pull a PDF, scrape a webpage, check your inbox. Second, WRITE tools — and this is where people gasp — it can send the email, book the meeting, update the record. Third, CALCULATE — please, always give your AI a real calculator, because language models are famously bad at maths; they're predicting words, not computing numbers. And fourth, CONNECT — through platforms like n8n, Make, or Zapier, you can wire your Second Brain into WhatsApp, Slack, Notion, almost anything. Here's my rule of thumb for you: if a task can be done by a human with a login and a browser, there is very likely a tool that lets your agent do it too. Start writing down the boring tasks in your week. Those are your first tools.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have the grown-up conversation. The moment you give an AI hands, it can break things. Not out of malice — out of misunderstanding. So we build guardrails, and these five are non-negotiable. One: start read-only. Let it look at your data for a week before you let it change anything. Two: human-in-the-loop. For anything that sends, posts, pays, or deletes — it drafts, YOU approve. Two clicks of your time, zero disasters. Three: least privilege. Don't connect your whole Google Drive; connect one folder. Four — and this trips up almost everyone — write clear tool descriptions. If two tools have vague, overlapping descriptions, the AI will pick the wrong one, and you'll blame the AI when really it was the instructions. Five: keep logs. Every professional agent builder I know checks logs daily. This isn't paranoia; it's how you build something you can actually put in front of a client.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 hands on keyboards. Your mission today is simple but powerful. Step one: connect the search tool to the Second Brain you built yesterday. We'll walk through it together, click by click. Step two: run three tests. Ask something only your notes know. Ask something only the internet knows. Then — and this is the moment I want you to feel — ask something that needs both. Something like: 'Based on my project notes, what's happening in the market this week that I should worry about?' When that answer comes back, screenshot it, because that's the day you stopped using AI and started building with it. Step three: open a notebook and list three tasks you do every single week that bore you to death. Bring them tomorrow, because Day 3 is when we chain these tools together and let your agent run multi-step workflows on its own. Drop your best result in the community channel tonight — I read every single one. Excellent work today. See you tomorrow.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00E5FF"/>
                </a:solidFill>
                <a:latin typeface="Arial"/>
              </a:defRPr>
            </a:pPr>
            <a:r>
              <a:t>Day 2: Give it Hands (Tools &amp; Search)</a:t>
            </a:r>
          </a:p>
        </p:txBody>
      </p:sp>
      <p:sp>
        <p:nvSpPr>
          <p:cNvPr id="3" name="Subtitle 2"/>
          <p:cNvSpPr>
            <a:spLocks noGrp="1"/>
          </p:cNvSpPr>
          <p:nvPr>
            <p:ph type="subTitle" idx="1"/>
          </p:nvPr>
        </p:nvSpPr>
        <p:spPr/>
        <p:txBody>
          <a:bodyPr/>
          <a:lstStyle/>
          <a:p>
            <a:pPr>
              <a:defRPr sz="2400">
                <a:solidFill>
                  <a:srgbClr val="FFFFFF"/>
                </a:solidFill>
              </a:defRPr>
            </a:pPr>
            <a:r>
              <a:t>AgenticLabs.ng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Day 2: Give It Hands 🖐️</a:t>
            </a:r>
          </a:p>
        </p:txBody>
      </p:sp>
      <p:sp>
        <p:nvSpPr>
          <p:cNvPr id="3" name="Content Placeholder 2"/>
          <p:cNvSpPr>
            <a:spLocks noGrp="1"/>
          </p:cNvSpPr>
          <p:nvPr>
            <p:ph idx="1"/>
          </p:nvPr>
        </p:nvSpPr>
        <p:spPr/>
        <p:txBody>
          <a:bodyPr/>
          <a:lstStyle/>
          <a:p/>
          <a:p>
            <a:pPr>
              <a:defRPr sz="2400">
                <a:solidFill>
                  <a:srgbClr val="FFFFFF"/>
                </a:solidFill>
                <a:latin typeface="Arial"/>
              </a:defRPr>
            </a:pPr>
            <a:r>
              <a:t>Yesterday we gave your Second Brain a memory. Today we give it hands.</a:t>
            </a:r>
          </a:p>
          <a:p>
            <a:pPr>
              <a:defRPr sz="2400">
                <a:solidFill>
                  <a:srgbClr val="FFFFFF"/>
                </a:solidFill>
                <a:latin typeface="Arial"/>
              </a:defRPr>
            </a:pPr>
            <a:r>
              <a:t>A brain that can only think is a genius trapped in a locked room.</a:t>
            </a:r>
          </a:p>
          <a:p>
            <a:pPr>
              <a:defRPr sz="2400">
                <a:solidFill>
                  <a:srgbClr val="FFFFFF"/>
                </a:solidFill>
                <a:latin typeface="Arial"/>
              </a:defRPr>
            </a:pPr>
            <a:r>
              <a:t>By the end of today: your AI will search the web, read live data, and take real actions.</a:t>
            </a:r>
          </a:p>
          <a:p>
            <a:pPr>
              <a:defRPr sz="2400">
                <a:solidFill>
                  <a:srgbClr val="FFFFFF"/>
                </a:solidFill>
                <a:latin typeface="Arial"/>
              </a:defRPr>
            </a:pPr>
            <a:r>
              <a:t>No coding background needed — we build the concept first, the clicks second.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Problem: A Brain in a Jar</a:t>
            </a:r>
          </a:p>
        </p:txBody>
      </p:sp>
      <p:sp>
        <p:nvSpPr>
          <p:cNvPr id="3" name="Content Placeholder 2"/>
          <p:cNvSpPr>
            <a:spLocks noGrp="1"/>
          </p:cNvSpPr>
          <p:nvPr>
            <p:ph idx="1"/>
          </p:nvPr>
        </p:nvSpPr>
        <p:spPr/>
        <p:txBody>
          <a:bodyPr/>
          <a:lstStyle/>
          <a:p/>
          <a:p>
            <a:pPr>
              <a:defRPr sz="2400">
                <a:solidFill>
                  <a:srgbClr val="FFFFFF"/>
                </a:solidFill>
                <a:latin typeface="Arial"/>
              </a:defRPr>
            </a:pPr>
            <a:r>
              <a:t>LLMs are frozen in time — they only know what they were trained on.</a:t>
            </a:r>
          </a:p>
          <a:p>
            <a:pPr>
              <a:defRPr sz="2400">
                <a:solidFill>
                  <a:srgbClr val="FFFFFF"/>
                </a:solidFill>
                <a:latin typeface="Arial"/>
              </a:defRPr>
            </a:pPr>
            <a:r>
              <a:t>'Knowledge cutoff' means yesterday's news might as well be next century.</a:t>
            </a:r>
          </a:p>
          <a:p>
            <a:pPr>
              <a:defRPr sz="2400">
                <a:solidFill>
                  <a:srgbClr val="FFFFFF"/>
                </a:solidFill>
                <a:latin typeface="Arial"/>
              </a:defRPr>
            </a:pPr>
            <a:r>
              <a:t>When they don't know, they guess confidently. We call this hallucination.</a:t>
            </a:r>
          </a:p>
          <a:p>
            <a:pPr>
              <a:defRPr sz="2400">
                <a:solidFill>
                  <a:srgbClr val="FFFFFF"/>
                </a:solidFill>
                <a:latin typeface="Arial"/>
              </a:defRPr>
            </a:pPr>
            <a:r>
              <a:t>Your notes (Day 1) fixed WHAT it knows. Tools fix what it can 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What Exactly Is a 'Tool'?</a:t>
            </a:r>
          </a:p>
        </p:txBody>
      </p:sp>
      <p:sp>
        <p:nvSpPr>
          <p:cNvPr id="3" name="Content Placeholder 2"/>
          <p:cNvSpPr>
            <a:spLocks noGrp="1"/>
          </p:cNvSpPr>
          <p:nvPr>
            <p:ph idx="1"/>
          </p:nvPr>
        </p:nvSpPr>
        <p:spPr/>
        <p:txBody>
          <a:bodyPr/>
          <a:lstStyle/>
          <a:p/>
          <a:p>
            <a:pPr>
              <a:defRPr sz="2400">
                <a:solidFill>
                  <a:srgbClr val="FFFFFF"/>
                </a:solidFill>
                <a:latin typeface="Arial"/>
              </a:defRPr>
            </a:pPr>
            <a:r>
              <a:t>A tool is any capability you hand the AI that it can choose to use.</a:t>
            </a:r>
          </a:p>
          <a:p>
            <a:pPr>
              <a:defRPr sz="2400">
                <a:solidFill>
                  <a:srgbClr val="FFFFFF"/>
                </a:solidFill>
                <a:latin typeface="Arial"/>
              </a:defRPr>
            </a:pPr>
            <a:r>
              <a:t>Think of it like giving an intern a phone, a calculator, and a Google login.</a:t>
            </a:r>
          </a:p>
          <a:p>
            <a:pPr>
              <a:defRPr sz="2400">
                <a:solidFill>
                  <a:srgbClr val="FFFFFF"/>
                </a:solidFill>
                <a:latin typeface="Arial"/>
              </a:defRPr>
            </a:pPr>
            <a:r>
              <a:t>Each tool has a name, a description, and clear instructions on when to use it.</a:t>
            </a:r>
          </a:p>
          <a:p>
            <a:pPr>
              <a:defRPr sz="2400">
                <a:solidFill>
                  <a:srgbClr val="FFFFFF"/>
                </a:solidFill>
                <a:latin typeface="Arial"/>
              </a:defRPr>
            </a:pPr>
            <a:r>
              <a:t>Examples: Web Search, Calculator, Send Email, Read Google Sheet, Check Calendar.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How the AI Decides: The Think–Act–Observe Loop</a:t>
            </a:r>
          </a:p>
        </p:txBody>
      </p:sp>
      <p:sp>
        <p:nvSpPr>
          <p:cNvPr id="3" name="Content Placeholder 2"/>
          <p:cNvSpPr>
            <a:spLocks noGrp="1"/>
          </p:cNvSpPr>
          <p:nvPr>
            <p:ph idx="1"/>
          </p:nvPr>
        </p:nvSpPr>
        <p:spPr/>
        <p:txBody>
          <a:bodyPr/>
          <a:lstStyle/>
          <a:p/>
          <a:p>
            <a:pPr>
              <a:defRPr sz="2400">
                <a:solidFill>
                  <a:srgbClr val="FFFFFF"/>
                </a:solidFill>
                <a:latin typeface="Arial"/>
              </a:defRPr>
            </a:pPr>
            <a:r>
              <a:t>THINK: 'The user wants today's fuel price. I don't know that. I need to search.'</a:t>
            </a:r>
          </a:p>
          <a:p>
            <a:pPr>
              <a:defRPr sz="2400">
                <a:solidFill>
                  <a:srgbClr val="FFFFFF"/>
                </a:solidFill>
                <a:latin typeface="Arial"/>
              </a:defRPr>
            </a:pPr>
            <a:r>
              <a:t>ACT: The AI calls the Search tool with the query 'fuel price Nigeria today'.</a:t>
            </a:r>
          </a:p>
          <a:p>
            <a:pPr>
              <a:defRPr sz="2400">
                <a:solidFill>
                  <a:srgbClr val="FFFFFF"/>
                </a:solidFill>
                <a:latin typeface="Arial"/>
              </a:defRPr>
            </a:pPr>
            <a:r>
              <a:t>OBSERVE: The tool returns real results. The AI reads them.</a:t>
            </a:r>
          </a:p>
          <a:p>
            <a:pPr>
              <a:defRPr sz="2400">
                <a:solidFill>
                  <a:srgbClr val="FFFFFF"/>
                </a:solidFill>
                <a:latin typeface="Arial"/>
              </a:defRPr>
            </a:pPr>
            <a:r>
              <a:t>REPEAT or ANSWER: Enough info? Answer. Not enough? Loop again.</a:t>
            </a:r>
          </a:p>
          <a:p>
            <a:pPr>
              <a:defRPr sz="2400">
                <a:solidFill>
                  <a:srgbClr val="FFFFFF"/>
                </a:solidFill>
                <a:latin typeface="Arial"/>
              </a:defRPr>
            </a:pPr>
            <a:r>
              <a:t>This loop is what turns a chatbot into an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Tool #1: Web Search — Your AI's Window to the World</a:t>
            </a:r>
          </a:p>
        </p:txBody>
      </p:sp>
      <p:sp>
        <p:nvSpPr>
          <p:cNvPr id="3" name="Content Placeholder 2"/>
          <p:cNvSpPr>
            <a:spLocks noGrp="1"/>
          </p:cNvSpPr>
          <p:nvPr>
            <p:ph idx="1"/>
          </p:nvPr>
        </p:nvSpPr>
        <p:spPr/>
        <p:txBody>
          <a:bodyPr/>
          <a:lstStyle/>
          <a:p/>
          <a:p>
            <a:pPr>
              <a:defRPr sz="2400">
                <a:solidFill>
                  <a:srgbClr val="FFFFFF"/>
                </a:solidFill>
                <a:latin typeface="Arial"/>
              </a:defRPr>
            </a:pPr>
            <a:r>
              <a:t>Search gives your Second Brain today's information, not last year's.</a:t>
            </a:r>
          </a:p>
          <a:p>
            <a:pPr>
              <a:defRPr sz="2400">
                <a:solidFill>
                  <a:srgbClr val="FFFFFF"/>
                </a:solidFill>
                <a:latin typeface="Arial"/>
              </a:defRPr>
            </a:pPr>
            <a:r>
              <a:t>The AI writes its own search query — you just ask naturally.</a:t>
            </a:r>
          </a:p>
          <a:p>
            <a:pPr>
              <a:defRPr sz="2400">
                <a:solidFill>
                  <a:srgbClr val="FFFFFF"/>
                </a:solidFill>
                <a:latin typeface="Arial"/>
              </a:defRPr>
            </a:pPr>
            <a:r>
              <a:t>It reads the top results and summarises them back with sources.</a:t>
            </a:r>
          </a:p>
          <a:p>
            <a:pPr>
              <a:defRPr sz="2400">
                <a:solidFill>
                  <a:srgbClr val="FFFFFF"/>
                </a:solidFill>
                <a:latin typeface="Arial"/>
              </a:defRPr>
            </a:pPr>
            <a:r>
              <a:t>Killer combo: your private notes + live web = answers nobody else can get.</a:t>
            </a:r>
          </a:p>
          <a:p>
            <a:pPr>
              <a:defRPr sz="2400">
                <a:solidFill>
                  <a:srgbClr val="FFFFFF"/>
                </a:solidFill>
                <a:latin typeface="Arial"/>
              </a:defRPr>
            </a:pPr>
            <a:r>
              <a:t>Always ask for links — trust, but verify.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Beyond Search: The Tools That Do Real Work</a:t>
            </a:r>
          </a:p>
        </p:txBody>
      </p:sp>
      <p:sp>
        <p:nvSpPr>
          <p:cNvPr id="3" name="Content Placeholder 2"/>
          <p:cNvSpPr>
            <a:spLocks noGrp="1"/>
          </p:cNvSpPr>
          <p:nvPr>
            <p:ph idx="1"/>
          </p:nvPr>
        </p:nvSpPr>
        <p:spPr/>
        <p:txBody>
          <a:bodyPr/>
          <a:lstStyle/>
          <a:p/>
          <a:p>
            <a:pPr>
              <a:defRPr sz="2400">
                <a:solidFill>
                  <a:srgbClr val="FFFFFF"/>
                </a:solidFill>
                <a:latin typeface="Arial"/>
              </a:defRPr>
            </a:pPr>
            <a:r>
              <a:t>Read: Google Sheets, PDFs, websites, your email inbox.</a:t>
            </a:r>
          </a:p>
          <a:p>
            <a:pPr>
              <a:defRPr sz="2400">
                <a:solidFill>
                  <a:srgbClr val="FFFFFF"/>
                </a:solidFill>
                <a:latin typeface="Arial"/>
              </a:defRPr>
            </a:pPr>
            <a:r>
              <a:t>Write: send emails, post updates, create calendar events, update a database.</a:t>
            </a:r>
          </a:p>
          <a:p>
            <a:pPr>
              <a:defRPr sz="2400">
                <a:solidFill>
                  <a:srgbClr val="FFFFFF"/>
                </a:solidFill>
                <a:latin typeface="Arial"/>
              </a:defRPr>
            </a:pPr>
            <a:r>
              <a:t>Calculate: real maths, not the AI's shaky mental arithmetic.</a:t>
            </a:r>
          </a:p>
          <a:p>
            <a:pPr>
              <a:defRPr sz="2400">
                <a:solidFill>
                  <a:srgbClr val="FFFFFF"/>
                </a:solidFill>
                <a:latin typeface="Arial"/>
              </a:defRPr>
            </a:pPr>
            <a:r>
              <a:t>Connect: WhatsApp, Slack, Notion, Airtable via automation platforms.</a:t>
            </a:r>
          </a:p>
          <a:p>
            <a:pPr>
              <a:defRPr sz="2400">
                <a:solidFill>
                  <a:srgbClr val="FFFFFF"/>
                </a:solidFill>
                <a:latin typeface="Arial"/>
              </a:defRPr>
            </a:pPr>
            <a:r>
              <a:t>Rule of thumb: if you can do it with a login, your agent probably can too.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Guardrails: With Hands Comes Responsibility</a:t>
            </a:r>
          </a:p>
        </p:txBody>
      </p:sp>
      <p:sp>
        <p:nvSpPr>
          <p:cNvPr id="3" name="Content Placeholder 2"/>
          <p:cNvSpPr>
            <a:spLocks noGrp="1"/>
          </p:cNvSpPr>
          <p:nvPr>
            <p:ph idx="1"/>
          </p:nvPr>
        </p:nvSpPr>
        <p:spPr/>
        <p:txBody>
          <a:bodyPr/>
          <a:lstStyle/>
          <a:p/>
          <a:p>
            <a:pPr>
              <a:defRPr sz="2400">
                <a:solidFill>
                  <a:srgbClr val="FFFFFF"/>
                </a:solidFill>
                <a:latin typeface="Arial"/>
              </a:defRPr>
            </a:pPr>
            <a:r>
              <a:t>Read-only first. Let it look before you let it touch.</a:t>
            </a:r>
          </a:p>
          <a:p>
            <a:pPr>
              <a:defRPr sz="2400">
                <a:solidFill>
                  <a:srgbClr val="FFFFFF"/>
                </a:solidFill>
                <a:latin typeface="Arial"/>
              </a:defRPr>
            </a:pPr>
            <a:r>
              <a:t>Human-in-the-loop: require your approval before it sends or deletes anything.</a:t>
            </a:r>
          </a:p>
          <a:p>
            <a:pPr>
              <a:defRPr sz="2400">
                <a:solidFill>
                  <a:srgbClr val="FFFFFF"/>
                </a:solidFill>
                <a:latin typeface="Arial"/>
              </a:defRPr>
            </a:pPr>
            <a:r>
              <a:t>Least privilege: give access to ONE folder, not your entire Drive.</a:t>
            </a:r>
          </a:p>
          <a:p>
            <a:pPr>
              <a:defRPr sz="2400">
                <a:solidFill>
                  <a:srgbClr val="FFFFFF"/>
                </a:solidFill>
                <a:latin typeface="Arial"/>
              </a:defRPr>
            </a:pPr>
            <a:r>
              <a:t>Write crystal-clear tool descriptions — vague descriptions cause wrong tool choices.</a:t>
            </a:r>
          </a:p>
          <a:p>
            <a:pPr>
              <a:defRPr sz="2400">
                <a:solidFill>
                  <a:srgbClr val="FFFFFF"/>
                </a:solidFill>
                <a:latin typeface="Arial"/>
              </a:defRPr>
            </a:pPr>
            <a:r>
              <a:t>Log everything. If you can't see what it did, you can't trust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Your Day 2 Mission 🎯</a:t>
            </a:r>
          </a:p>
        </p:txBody>
      </p:sp>
      <p:sp>
        <p:nvSpPr>
          <p:cNvPr id="3" name="Content Placeholder 2"/>
          <p:cNvSpPr>
            <a:spLocks noGrp="1"/>
          </p:cNvSpPr>
          <p:nvPr>
            <p:ph idx="1"/>
          </p:nvPr>
        </p:nvSpPr>
        <p:spPr/>
        <p:txBody>
          <a:bodyPr/>
          <a:lstStyle/>
          <a:p/>
          <a:p>
            <a:pPr>
              <a:defRPr sz="2400">
                <a:solidFill>
                  <a:srgbClr val="FFFFFF"/>
                </a:solidFill>
                <a:latin typeface="Arial"/>
              </a:defRPr>
            </a:pPr>
            <a:r>
              <a:t>Connect a web search tool to the Second Brain you built yesterday.</a:t>
            </a:r>
          </a:p>
          <a:p>
            <a:pPr>
              <a:defRPr sz="2400">
                <a:solidFill>
                  <a:srgbClr val="FFFFFF"/>
                </a:solidFill>
                <a:latin typeface="Arial"/>
              </a:defRPr>
            </a:pPr>
            <a:r>
              <a:t>Test it: ask one question about your own notes, then one about today's news.</a:t>
            </a:r>
          </a:p>
          <a:p>
            <a:pPr>
              <a:defRPr sz="2400">
                <a:solidFill>
                  <a:srgbClr val="FFFFFF"/>
                </a:solidFill>
                <a:latin typeface="Arial"/>
              </a:defRPr>
            </a:pPr>
            <a:r>
              <a:t>Then ask a hybrid question that needs BOTH — that's the real win.</a:t>
            </a:r>
          </a:p>
          <a:p>
            <a:pPr>
              <a:defRPr sz="2400">
                <a:solidFill>
                  <a:srgbClr val="FFFFFF"/>
                </a:solidFill>
                <a:latin typeface="Arial"/>
              </a:defRPr>
            </a:pPr>
            <a:r>
              <a:t>List 3 boring weekly tasks you'd love to hand over. Those are tomorrow's tools.</a:t>
            </a:r>
          </a:p>
          <a:p>
            <a:pPr>
              <a:defRPr sz="2400">
                <a:solidFill>
                  <a:srgbClr val="FFFFFF"/>
                </a:solidFill>
                <a:latin typeface="Arial"/>
              </a:defRPr>
            </a:pPr>
            <a:r>
              <a:t>Share your best hybrid answer in the community channel tonight.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